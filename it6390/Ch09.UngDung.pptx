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e02067de1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e02067d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fe02067de1_0_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fe02067de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b17e44047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b17e4404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b23f66f40b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b23f66f4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b17e440479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b17e4404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b23f66f40b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b23f66f4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b17e440479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b17e44047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b23f66f40b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b23f66f4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b17e440479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b17e4404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b23f66f40b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b23f66f4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e02067de1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fe02067de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1" sz="4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b="1" sz="3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ctr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4294967295" type="body"/>
          </p:nvPr>
        </p:nvSpPr>
        <p:spPr>
          <a:xfrm>
            <a:off x="464100" y="43553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600"/>
              <a:t>Soạn bởi: Nguyễn Bá Ngọc</a:t>
            </a:r>
            <a:endParaRPr sz="2600"/>
          </a:p>
        </p:txBody>
      </p:sp>
      <p:sp>
        <p:nvSpPr>
          <p:cNvPr id="57" name="Google Shape;57;p15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Soạn bởi: Nguyễn Bá Ngọc</a:t>
            </a:r>
            <a:endParaRPr sz="2600"/>
          </a:p>
        </p:txBody>
      </p:sp>
      <p:sp>
        <p:nvSpPr>
          <p:cNvPr id="59" name="Google Shape;59;p15"/>
          <p:cNvSpPr txBox="1"/>
          <p:nvPr/>
        </p:nvSpPr>
        <p:spPr>
          <a:xfrm>
            <a:off x="125" y="6116250"/>
            <a:ext cx="9144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Hà Nội-2021</a:t>
            </a:r>
            <a:endParaRPr sz="2600"/>
          </a:p>
        </p:txBody>
      </p:sp>
      <p:sp>
        <p:nvSpPr>
          <p:cNvPr id="60" name="Google Shape;60;p15"/>
          <p:cNvSpPr txBox="1"/>
          <p:nvPr/>
        </p:nvSpPr>
        <p:spPr>
          <a:xfrm>
            <a:off x="491750" y="4667633"/>
            <a:ext cx="26586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Chương 9</a:t>
            </a:r>
            <a:endParaRPr sz="3600"/>
          </a:p>
        </p:txBody>
      </p:sp>
      <p:sp>
        <p:nvSpPr>
          <p:cNvPr id="61" name="Google Shape;61;p15"/>
          <p:cNvSpPr txBox="1"/>
          <p:nvPr>
            <p:ph idx="4294967295" type="title"/>
          </p:nvPr>
        </p:nvSpPr>
        <p:spPr>
          <a:xfrm>
            <a:off x="464100" y="1627233"/>
            <a:ext cx="8520600" cy="26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2459625"/>
            <a:ext cx="8520600" cy="16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Chương 9.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Ứng dụng</a:t>
            </a:r>
            <a:endParaRPr/>
          </a:p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</a:t>
            </a:r>
            <a:r>
              <a:rPr lang="en-GB"/>
              <a:t>ội dung</a:t>
            </a:r>
            <a:endParaRPr/>
          </a:p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176000" y="152430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định dạng nhúng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Các bộ dữ liệu liên kết mở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Semantic Wikis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9.4. Các xu hướng tiêu biểu khác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định dạng nhúng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Các bộ dữ liệu liên kết mở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Semantic Wikis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9.4. Các xu hướng tiêu biểu khác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8"/>
          <p:cNvSpPr/>
          <p:nvPr/>
        </p:nvSpPr>
        <p:spPr>
          <a:xfrm>
            <a:off x="318450" y="1484961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00008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itemscope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itemtype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”http://schema.org/restaurant”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&lt;h1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”name”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My Restaurant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&lt;h2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”description”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The best dishes all over the world!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&lt;/h2&gt;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&lt;p&gt;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Address: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&lt;span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”address”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itemscope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itemtype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”http://schema.org/PostalAddress”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&lt;p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”streetAddress”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123 abc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&lt;p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”addressLocality”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Ho Chi Minh City, VN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&lt;/p&gt;&lt;/span&gt;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&lt;p&gt;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Tel: 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&lt;span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”telephone”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0123 456 789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&lt;/span&gt;&lt;/p&gt;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&lt;p&gt;&lt;a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”menu”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”http://www.myrestaurant.com/menu”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Click here to view see our dishes!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&lt;/a&gt;&lt;/p&gt;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&lt;p&gt;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We’re open: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&lt;p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”openingHours”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Mo-Sa 09:00 – 22:30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&lt;p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66006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itemprop</a:t>
            </a:r>
            <a:r>
              <a:rPr lang="en-GB" sz="1150">
                <a:solidFill>
                  <a:srgbClr val="6666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008800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”openingHours”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chemeClr val="dk1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Su: 09:00 – 23:00</a:t>
            </a: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000088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000088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định dạng nhúng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Các bộ dữ liệu liên kết mở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Semantic Wikis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9.4. Các xu hướng tiêu biểu khác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318450" y="1911832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định dạng nhúng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Các bộ dữ liệu liên kết mở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Semantic Wikis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9.4. Các xu hướng tiêu biểu khác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318450" y="2338325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9.1. Các định dạng nhúng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9.2. Các bộ dữ liệu liên kết mở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9.3. Semantic Wikis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9.4. Các xu hướng tiêu biểu khác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4"/>
          <p:cNvSpPr/>
          <p:nvPr/>
        </p:nvSpPr>
        <p:spPr>
          <a:xfrm>
            <a:off x="318450" y="2780361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5" name="Google Shape;1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680" y="1531800"/>
            <a:ext cx="3565079" cy="410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