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6b6462c990_0_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6b6462c99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6b6462c990_0_7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6b6462c99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6b6462c94f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6b6462c94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c44117c045_2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c44117c04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6b6462c94f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6b6462c9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6b6462c94f_0_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6b6462c9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6b6462c990_0_1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6b6462c99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1574475"/>
            <a:ext cx="8520600" cy="20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b="1" sz="48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8550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b="1" sz="3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just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just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 algn="just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ctr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ctr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ctrTitle"/>
          </p:nvPr>
        </p:nvSpPr>
        <p:spPr>
          <a:xfrm>
            <a:off x="311700" y="1574475"/>
            <a:ext cx="8520600" cy="20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b="1" sz="48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0" name="Google Shape;60;p16"/>
          <p:cNvSpPr txBox="1"/>
          <p:nvPr>
            <p:ph idx="1" type="subTitle"/>
          </p:nvPr>
        </p:nvSpPr>
        <p:spPr>
          <a:xfrm>
            <a:off x="311700" y="38550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b="1" sz="3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/>
            </a:lvl1pPr>
            <a:lvl2pPr lvl="1" rtl="0">
              <a:buNone/>
              <a:defRPr sz="1300"/>
            </a:lvl2pPr>
            <a:lvl3pPr lvl="2" rtl="0">
              <a:buNone/>
              <a:defRPr sz="1300"/>
            </a:lvl3pPr>
            <a:lvl4pPr lvl="3" rtl="0">
              <a:buNone/>
              <a:defRPr sz="1300"/>
            </a:lvl4pPr>
            <a:lvl5pPr lvl="4" rtl="0">
              <a:buNone/>
              <a:defRPr sz="1300"/>
            </a:lvl5pPr>
            <a:lvl6pPr lvl="5" rtl="0">
              <a:buNone/>
              <a:defRPr sz="1300"/>
            </a:lvl6pPr>
            <a:lvl7pPr lvl="6" rtl="0">
              <a:buNone/>
              <a:defRPr sz="1300"/>
            </a:lvl7pPr>
            <a:lvl8pPr lvl="7" rtl="0">
              <a:buNone/>
              <a:defRPr sz="1300"/>
            </a:lvl8pPr>
            <a:lvl9pPr lvl="8" rtl="0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 rtl="0" algn="just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 rtl="0" algn="just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/>
            </a:lvl1pPr>
            <a:lvl2pPr lvl="1" rtl="0">
              <a:buNone/>
              <a:defRPr sz="1300"/>
            </a:lvl2pPr>
            <a:lvl3pPr lvl="2" rtl="0">
              <a:buNone/>
              <a:defRPr sz="1300"/>
            </a:lvl3pPr>
            <a:lvl4pPr lvl="3" rtl="0">
              <a:buNone/>
              <a:defRPr sz="1300"/>
            </a:lvl4pPr>
            <a:lvl5pPr lvl="4" rtl="0">
              <a:buNone/>
              <a:defRPr sz="1300"/>
            </a:lvl5pPr>
            <a:lvl6pPr lvl="5" rtl="0">
              <a:buNone/>
              <a:defRPr sz="1300"/>
            </a:lvl6pPr>
            <a:lvl7pPr lvl="6" rtl="0">
              <a:buNone/>
              <a:defRPr sz="1300"/>
            </a:lvl7pPr>
            <a:lvl8pPr lvl="7" rtl="0">
              <a:buNone/>
              <a:defRPr sz="1300"/>
            </a:lvl8pPr>
            <a:lvl9pPr lvl="8" rtl="0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21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5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25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25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96" name="Google Shape;96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27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 rtl="0" algn="ctr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 rtl="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1pPr>
            <a:lvl2pPr indent="-368300" lvl="1" marL="91440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2pPr>
            <a:lvl3pPr indent="-342900" lvl="2" marL="137160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68300" lvl="1" marL="9144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2pPr>
            <a:lvl3pPr indent="-342900" lvl="2" marL="13716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9"/>
          <p:cNvSpPr txBox="1"/>
          <p:nvPr>
            <p:ph type="ctrTitle"/>
          </p:nvPr>
        </p:nvSpPr>
        <p:spPr>
          <a:xfrm>
            <a:off x="311700" y="1574475"/>
            <a:ext cx="8520600" cy="20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/>
              <a:t>Web ngữ nghĩa</a:t>
            </a:r>
            <a:endParaRPr sz="4200"/>
          </a:p>
        </p:txBody>
      </p:sp>
      <p:sp>
        <p:nvSpPr>
          <p:cNvPr id="108" name="Google Shape;108;p29"/>
          <p:cNvSpPr txBox="1"/>
          <p:nvPr/>
        </p:nvSpPr>
        <p:spPr>
          <a:xfrm>
            <a:off x="125" y="6116250"/>
            <a:ext cx="91440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Hà Nội-2021</a:t>
            </a:r>
            <a:endParaRPr sz="2600"/>
          </a:p>
        </p:txBody>
      </p:sp>
      <p:sp>
        <p:nvSpPr>
          <p:cNvPr id="109" name="Google Shape;109;p29"/>
          <p:cNvSpPr txBox="1"/>
          <p:nvPr/>
        </p:nvSpPr>
        <p:spPr>
          <a:xfrm>
            <a:off x="491750" y="2915025"/>
            <a:ext cx="82185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Web ngữ nghĩa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0"/>
          <p:cNvSpPr txBox="1"/>
          <p:nvPr>
            <p:ph type="title"/>
          </p:nvPr>
        </p:nvSpPr>
        <p:spPr>
          <a:xfrm>
            <a:off x="311700" y="2459625"/>
            <a:ext cx="8520600" cy="16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Danh mục tài liệu tham khảo</a:t>
            </a:r>
            <a:endParaRPr/>
          </a:p>
        </p:txBody>
      </p:sp>
      <p:sp>
        <p:nvSpPr>
          <p:cNvPr id="115" name="Google Shape;115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0" y="152400"/>
            <a:ext cx="3757550" cy="586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750" y="152400"/>
            <a:ext cx="4548251" cy="586059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3000" y="52425"/>
            <a:ext cx="5186650" cy="617575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1800" y="152400"/>
            <a:ext cx="4778725" cy="614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5" name="Google Shape;14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9680" y="1531800"/>
            <a:ext cx="3565079" cy="4103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