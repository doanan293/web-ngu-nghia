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524204c94ab2e305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524204c94ab2e30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24204c94ab2e305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24204c94ab2e30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719d48202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719d482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719d4820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719d482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f14b26f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c2f14b2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c2f14b26f4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c2f14b26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2f14b26f4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2f14b26f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914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50" y="1756650"/>
            <a:ext cx="60388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4250" y="3690650"/>
            <a:ext cx="37433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25" y="-797775"/>
            <a:ext cx="8616925" cy="61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375" y="88575"/>
            <a:ext cx="619876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490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9600"/>
            <a:ext cx="8839200" cy="582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146850" y="179031"/>
            <a:ext cx="8520600" cy="10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Diễn đạt lại các luật Datalog sau bằng SROIQ và OWL?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/>
              <a:t>Sau đó triển khai thử nghiệm với Apache Jena và CWM?</a:t>
            </a:r>
            <a:endParaRPr sz="2400"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464831"/>
            <a:ext cx="80295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7200"/>
            <a:ext cx="8839198" cy="5623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200" y="255050"/>
            <a:ext cx="78278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