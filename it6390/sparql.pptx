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479a5334c7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479a5334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479a5334c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479a5334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361425"/>
            <a:ext cx="8520600" cy="61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361425"/>
            <a:ext cx="8520600" cy="61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Sử dụng Dbpedia và viết các truy vấn SPARQL để xử lý các vấn đề sau: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https://dbpedia.org/sparql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1. Tìm các thông tin (chi tiết tối đa) về Michael Jackson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@prefix rdfs: &lt;http://www.w3.org/2000/01/rdf-schema#&gt;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select * where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?resource rdfs:label "Michael Jackson"@en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@prefix rdfs: &lt;http://www.w3.org/2000/01/rdf-schema#&gt;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@prefix dbo:	&lt;http://dbpedia.org/ontology/&gt;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@prefix dbr:	&lt;http://dbpedia.org/resource/&gt;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 where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dbr:Michael_Jackson dbo:birthDate ?date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dbr:Michael_Jackson dbo:birthPlace ?place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?place rdfs:label ?place_name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filter(lang(?place_name)  = "en")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361425"/>
            <a:ext cx="8520600" cy="61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. </a:t>
            </a:r>
            <a:r>
              <a:rPr lang="en-GB"/>
              <a:t>Liệt kê tên những người được sinh ra ở Việt Nam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2b. Liệt kê những người được sinh ra ở Việt Nam và là bạn của nhau (foaf)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11700" y="361425"/>
            <a:ext cx="8520600" cy="61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3. </a:t>
            </a:r>
            <a:r>
              <a:rPr lang="en-GB"/>
              <a:t>Liệt kê danh sách các trường đại học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